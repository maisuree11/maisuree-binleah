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>
        <p:scale>
          <a:sx n="66" d="100"/>
          <a:sy n="66" d="100"/>
        </p:scale>
        <p:origin x="81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BE41-2C29-4870-911B-2D6C49B9D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11FE9-8A22-43D5-BD24-E6FED82C3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385E4-B583-4F59-A851-12804C0D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4FCD8-B7D5-45A5-A19D-B03D7B6F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8EAF6-98DC-4E83-A169-88120391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593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0441-B545-4EEE-83DB-9FF68536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E1C9-F5CE-4CEB-AF54-79369ADB4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6D249-1BC9-413C-8676-7BEBF468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27F3C-E946-4206-810D-ACCEF8E53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8BD04-5B16-4AD5-9301-BE7CBB9A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91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5C01-5074-4852-9D30-E0BA6A2C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33DEE-C66E-4691-8B1A-4CB72089D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27079-AC60-41D3-A0C7-C580823F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36D6F-E277-4F45-8B9A-B0967F6E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2DD61-B2A8-4F75-AB6C-236FCEBF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9074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7F5F-C904-444D-904D-81F88608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D190-0187-4348-B95E-38DB3272F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7F6D1-3251-42A6-8427-49C3EF26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AD5D-357C-48D8-8315-073B9CF8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21588-D00D-41F9-BF47-E3B6174A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68C40-3405-480C-BEDF-262E42F1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0969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3A3A-5267-4EA8-A4BF-5AE3DD01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80D4A-8128-4156-AB40-2E83C1E45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D6924-5C71-4E2A-8E1A-DCBE66FA7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4F576-98C3-48DA-A9C3-9B5DFA133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96532-A332-44DC-B026-40E1D1DA0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582D-65F3-4C5F-89D5-5FFD82F4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C94D8-3021-47AB-B853-97381F3E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A2FAF-DE56-4DB8-AF56-E977BF59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374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BDE2-974F-4A18-806D-DD8797AA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FD007-68F0-4265-B171-02AE73A0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E1AA7-11FB-4C52-A232-08AB4DFC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45EBC-79FA-466F-9CF3-860A878F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60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7AE4D-FFAE-42BB-B50A-ED53D9BD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A4BB2-169A-4CF6-9B9B-1B78239D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F6C16-5DDB-4494-A509-88F87B1E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0815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83CA-C192-43A5-8129-AF2A64A7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96DB6-AB9C-4859-97B5-400926907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AFEC5-03A3-43BD-8CD0-008EBAE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6A3CB-BC78-4CD4-B60D-B6915957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5E181-4335-42E9-A54B-E0F99805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686D8-BE28-4555-8D8C-E41E012D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021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8C25-38A2-46C8-8B31-125B0D80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DA6B0-0CDC-437B-BBC8-9C0E8E672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DA8EC-B1B5-4AD6-B694-B8C4B5402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C0735-DA11-431D-B5C3-FA9D26AC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8E049-3817-4590-8792-BBA0C93E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33C97-681B-4857-96C9-EE2755A3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992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A4D4-6FAA-4875-A1F4-BB6B32CE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53827-28B1-486B-AB2A-3A8837A69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A9EC4-9463-4DAF-9439-6EB26587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0F0B-A67A-49E0-8282-63989D02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A05B6-0D26-4206-86D8-D8D88230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782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2386C-AC6E-4D44-9D9C-088BB10B7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CB9D0-9CFB-49CE-A05D-AB1DC9CE3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563C3-7841-4C56-B1F4-651C648D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3BCB7-EA16-4AE8-8E96-AF2E85A6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A14F-FDD0-4A15-ABDC-DE0B956A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4356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CC5D5-9F89-4098-BC0A-A02A9B5B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17866-C707-4D95-8802-5E5700177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79155-1B15-4C66-8F3D-02AC05AD4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81B87-FCCE-4843-A413-787F2C69A564}" type="datetimeFigureOut">
              <a:rPr lang="th-TH" smtClean="0"/>
              <a:t>08/10/69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D7C8B-D513-4CFF-9097-3FC0C3F79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0EDFC-6471-4D30-AD84-F1EFE4BE7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17F17-C09F-4EA5-AF72-609E326419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599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9DEA3-6C9D-4144-99B0-F82E1CE092D3}"/>
              </a:ext>
            </a:extLst>
          </p:cNvPr>
          <p:cNvSpPr/>
          <p:nvPr/>
        </p:nvSpPr>
        <p:spPr>
          <a:xfrm>
            <a:off x="2289313" y="2178325"/>
            <a:ext cx="1205948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จังหวัด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D11E97-BDA6-4C8D-8B06-5195BEECD0E9}"/>
              </a:ext>
            </a:extLst>
          </p:cNvPr>
          <p:cNvSpPr/>
          <p:nvPr/>
        </p:nvSpPr>
        <p:spPr>
          <a:xfrm>
            <a:off x="420756" y="450573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รหัสจังหวัด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48B2B7-7431-4FE7-B7D9-D0B5FF1844C6}"/>
              </a:ext>
            </a:extLst>
          </p:cNvPr>
          <p:cNvSpPr/>
          <p:nvPr/>
        </p:nvSpPr>
        <p:spPr>
          <a:xfrm>
            <a:off x="2713383" y="251789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ชื่อจังหวัด</a:t>
            </a:r>
            <a:r>
              <a:rPr lang="en-US" dirty="0">
                <a:solidFill>
                  <a:schemeClr val="tx1"/>
                </a:solidFill>
              </a:rPr>
              <a:t>T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E45C3D-532F-4641-BBDF-16F809F9C5C4}"/>
              </a:ext>
            </a:extLst>
          </p:cNvPr>
          <p:cNvSpPr/>
          <p:nvPr/>
        </p:nvSpPr>
        <p:spPr>
          <a:xfrm>
            <a:off x="4091609" y="1275519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ชื่อจังหวัด</a:t>
            </a:r>
            <a:r>
              <a:rPr lang="en-US" dirty="0">
                <a:solidFill>
                  <a:schemeClr val="tx1"/>
                </a:solidFill>
              </a:rPr>
              <a:t>E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C91267-3D01-45ED-A741-D048195F61A7}"/>
              </a:ext>
            </a:extLst>
          </p:cNvPr>
          <p:cNvSpPr/>
          <p:nvPr/>
        </p:nvSpPr>
        <p:spPr>
          <a:xfrm>
            <a:off x="5811079" y="3442250"/>
            <a:ext cx="1205948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จังหวัด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DEF8FC-D135-448D-8657-5FCF2E28CBC7}"/>
              </a:ext>
            </a:extLst>
          </p:cNvPr>
          <p:cNvSpPr/>
          <p:nvPr/>
        </p:nvSpPr>
        <p:spPr>
          <a:xfrm>
            <a:off x="6513443" y="1895885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รหัสอำเภอ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FF92D5-A2D6-4C54-A20A-C5BAAE2D7C0E}"/>
              </a:ext>
            </a:extLst>
          </p:cNvPr>
          <p:cNvSpPr/>
          <p:nvPr/>
        </p:nvSpPr>
        <p:spPr>
          <a:xfrm>
            <a:off x="8514522" y="2516255"/>
            <a:ext cx="1895062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ชื่ออำเภอ</a:t>
            </a:r>
            <a:r>
              <a:rPr lang="en-US" dirty="0">
                <a:solidFill>
                  <a:schemeClr val="tx1"/>
                </a:solidFill>
              </a:rPr>
              <a:t>T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C35D7F-9CC4-4117-83FE-E80E147759F4}"/>
              </a:ext>
            </a:extLst>
          </p:cNvPr>
          <p:cNvSpPr/>
          <p:nvPr/>
        </p:nvSpPr>
        <p:spPr>
          <a:xfrm>
            <a:off x="8295862" y="3662572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ชื่ออำเภอ</a:t>
            </a:r>
            <a:r>
              <a:rPr lang="en-US" dirty="0">
                <a:solidFill>
                  <a:schemeClr val="tx1"/>
                </a:solidFill>
              </a:rPr>
              <a:t>E</a:t>
            </a:r>
            <a:endParaRPr lang="th-TH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819839-7C99-47AC-B91C-7E65366E4926}"/>
              </a:ext>
            </a:extLst>
          </p:cNvPr>
          <p:cNvCxnSpPr>
            <a:stCxn id="4" idx="0"/>
            <a:endCxn id="5" idx="4"/>
          </p:cNvCxnSpPr>
          <p:nvPr/>
        </p:nvCxnSpPr>
        <p:spPr>
          <a:xfrm flipH="1" flipV="1">
            <a:off x="1355035" y="1126434"/>
            <a:ext cx="1537252" cy="105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FF5581-BB7A-450D-B0C0-4B8AA2F2C555}"/>
              </a:ext>
            </a:extLst>
          </p:cNvPr>
          <p:cNvCxnSpPr>
            <a:stCxn id="4" idx="0"/>
            <a:endCxn id="6" idx="4"/>
          </p:cNvCxnSpPr>
          <p:nvPr/>
        </p:nvCxnSpPr>
        <p:spPr>
          <a:xfrm flipV="1">
            <a:off x="2892287" y="927650"/>
            <a:ext cx="755375" cy="1250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9A875F2-2228-4967-90EF-4EE4333D2C95}"/>
              </a:ext>
            </a:extLst>
          </p:cNvPr>
          <p:cNvCxnSpPr>
            <a:stCxn id="4" idx="3"/>
            <a:endCxn id="7" idx="4"/>
          </p:cNvCxnSpPr>
          <p:nvPr/>
        </p:nvCxnSpPr>
        <p:spPr>
          <a:xfrm flipV="1">
            <a:off x="3495261" y="1951380"/>
            <a:ext cx="1530627" cy="56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1EF601-0AB6-4E75-ACA1-BA80EA823415}"/>
              </a:ext>
            </a:extLst>
          </p:cNvPr>
          <p:cNvCxnSpPr>
            <a:stCxn id="17" idx="0"/>
            <a:endCxn id="18" idx="4"/>
          </p:cNvCxnSpPr>
          <p:nvPr/>
        </p:nvCxnSpPr>
        <p:spPr>
          <a:xfrm flipV="1">
            <a:off x="6414053" y="2571746"/>
            <a:ext cx="1033669" cy="870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4D2AAF5-9EFA-4798-A12D-D78EB2947837}"/>
              </a:ext>
            </a:extLst>
          </p:cNvPr>
          <p:cNvCxnSpPr>
            <a:stCxn id="17" idx="3"/>
            <a:endCxn id="19" idx="4"/>
          </p:cNvCxnSpPr>
          <p:nvPr/>
        </p:nvCxnSpPr>
        <p:spPr>
          <a:xfrm flipV="1">
            <a:off x="7017027" y="3192116"/>
            <a:ext cx="2445026" cy="588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572280E-0221-470F-938D-C03F72CD67A3}"/>
              </a:ext>
            </a:extLst>
          </p:cNvPr>
          <p:cNvCxnSpPr>
            <a:stCxn id="17" idx="3"/>
            <a:endCxn id="20" idx="2"/>
          </p:cNvCxnSpPr>
          <p:nvPr/>
        </p:nvCxnSpPr>
        <p:spPr>
          <a:xfrm>
            <a:off x="7017027" y="3780181"/>
            <a:ext cx="1278835" cy="22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C7375B8B-E284-432D-BD89-842DD3AA2568}"/>
              </a:ext>
            </a:extLst>
          </p:cNvPr>
          <p:cNvSpPr/>
          <p:nvPr/>
        </p:nvSpPr>
        <p:spPr>
          <a:xfrm>
            <a:off x="3702326" y="3824078"/>
            <a:ext cx="778565" cy="67586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8366EC2D-F46E-486A-AD8C-B4B4CAA8886B}"/>
              </a:ext>
            </a:extLst>
          </p:cNvPr>
          <p:cNvCxnSpPr>
            <a:stCxn id="4" idx="2"/>
            <a:endCxn id="63" idx="0"/>
          </p:cNvCxnSpPr>
          <p:nvPr/>
        </p:nvCxnSpPr>
        <p:spPr>
          <a:xfrm rot="16200000" flipH="1">
            <a:off x="3007002" y="2739471"/>
            <a:ext cx="969892" cy="11993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AC0F9B2-6F01-4BE2-8FE7-78FCB5894678}"/>
              </a:ext>
            </a:extLst>
          </p:cNvPr>
          <p:cNvCxnSpPr>
            <a:stCxn id="17" idx="1"/>
            <a:endCxn id="63" idx="3"/>
          </p:cNvCxnSpPr>
          <p:nvPr/>
        </p:nvCxnSpPr>
        <p:spPr>
          <a:xfrm rot="10800000" flipV="1">
            <a:off x="4480891" y="3780181"/>
            <a:ext cx="1330188" cy="3818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0149596-1565-492F-BF9F-2BF329C71380}"/>
              </a:ext>
            </a:extLst>
          </p:cNvPr>
          <p:cNvSpPr txBox="1"/>
          <p:nvPr/>
        </p:nvSpPr>
        <p:spPr>
          <a:xfrm>
            <a:off x="3495260" y="2898201"/>
            <a:ext cx="316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BCF45B-A470-4A1A-8DEC-7B0C2C68F1B4}"/>
              </a:ext>
            </a:extLst>
          </p:cNvPr>
          <p:cNvSpPr txBox="1"/>
          <p:nvPr/>
        </p:nvSpPr>
        <p:spPr>
          <a:xfrm>
            <a:off x="5195682" y="3377059"/>
            <a:ext cx="389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A97C493-7DCB-4C8C-BDAF-E7523CBED56A}"/>
              </a:ext>
            </a:extLst>
          </p:cNvPr>
          <p:cNvCxnSpPr/>
          <p:nvPr/>
        </p:nvCxnSpPr>
        <p:spPr>
          <a:xfrm>
            <a:off x="861391" y="927650"/>
            <a:ext cx="9806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B8F2443-C715-43A2-B6B6-820310839390}"/>
              </a:ext>
            </a:extLst>
          </p:cNvPr>
          <p:cNvCxnSpPr/>
          <p:nvPr/>
        </p:nvCxnSpPr>
        <p:spPr>
          <a:xfrm>
            <a:off x="7017027" y="2398643"/>
            <a:ext cx="8282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DFAABF7F-B7D1-4075-A836-785D715C15B2}"/>
              </a:ext>
            </a:extLst>
          </p:cNvPr>
          <p:cNvSpPr/>
          <p:nvPr/>
        </p:nvSpPr>
        <p:spPr>
          <a:xfrm>
            <a:off x="8382000" y="4684643"/>
            <a:ext cx="1868557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รหัสจังหวัด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10AA1D9-4D29-4AC7-9925-882FF6C6380C}"/>
              </a:ext>
            </a:extLst>
          </p:cNvPr>
          <p:cNvCxnSpPr/>
          <p:nvPr/>
        </p:nvCxnSpPr>
        <p:spPr>
          <a:xfrm>
            <a:off x="8812696" y="5168348"/>
            <a:ext cx="967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00A2952-A395-4DC3-BCC4-8B4F451CAF14}"/>
              </a:ext>
            </a:extLst>
          </p:cNvPr>
          <p:cNvCxnSpPr>
            <a:stCxn id="17" idx="2"/>
            <a:endCxn id="74" idx="2"/>
          </p:cNvCxnSpPr>
          <p:nvPr/>
        </p:nvCxnSpPr>
        <p:spPr>
          <a:xfrm>
            <a:off x="6414053" y="4118111"/>
            <a:ext cx="1967947" cy="90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43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951D50-50E4-4A6A-ACDA-C15AA832A682}"/>
              </a:ext>
            </a:extLst>
          </p:cNvPr>
          <p:cNvSpPr/>
          <p:nvPr/>
        </p:nvSpPr>
        <p:spPr>
          <a:xfrm>
            <a:off x="2514600" y="2421002"/>
            <a:ext cx="1484243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D99512-F708-4A49-99C3-429BFF8815D7}"/>
              </a:ext>
            </a:extLst>
          </p:cNvPr>
          <p:cNvSpPr/>
          <p:nvPr/>
        </p:nvSpPr>
        <p:spPr>
          <a:xfrm>
            <a:off x="3511826" y="661780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ชื่อ-สกุล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A8FF84-C784-4ED5-B228-4A4F63BD9EE9}"/>
              </a:ext>
            </a:extLst>
          </p:cNvPr>
          <p:cNvSpPr/>
          <p:nvPr/>
        </p:nvSpPr>
        <p:spPr>
          <a:xfrm>
            <a:off x="4267199" y="1786971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สาขาวิชา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254387-F2E9-486F-A7C4-13035C464C82}"/>
              </a:ext>
            </a:extLst>
          </p:cNvPr>
          <p:cNvSpPr/>
          <p:nvPr/>
        </p:nvSpPr>
        <p:spPr>
          <a:xfrm>
            <a:off x="165652" y="1449040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คณะ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59D6F-C4A5-4360-9F30-5811E04D4D48}"/>
              </a:ext>
            </a:extLst>
          </p:cNvPr>
          <p:cNvCxnSpPr>
            <a:stCxn id="8" idx="4"/>
            <a:endCxn id="4" idx="1"/>
          </p:cNvCxnSpPr>
          <p:nvPr/>
        </p:nvCxnSpPr>
        <p:spPr>
          <a:xfrm>
            <a:off x="1205948" y="2124901"/>
            <a:ext cx="1308652" cy="63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D2533A-83B9-47EE-9C2C-8BB01A217C3E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100470" y="999710"/>
            <a:ext cx="1156252" cy="142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59E168-8D50-4613-A2DB-8CF4E4E258AF}"/>
              </a:ext>
            </a:extLst>
          </p:cNvPr>
          <p:cNvCxnSpPr>
            <a:stCxn id="5" idx="4"/>
            <a:endCxn id="4" idx="0"/>
          </p:cNvCxnSpPr>
          <p:nvPr/>
        </p:nvCxnSpPr>
        <p:spPr>
          <a:xfrm flipH="1">
            <a:off x="3256722" y="1337641"/>
            <a:ext cx="1295400" cy="1083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BF1EE0-4EF4-43C2-A098-A6CB64CAFDB1}"/>
              </a:ext>
            </a:extLst>
          </p:cNvPr>
          <p:cNvCxnSpPr>
            <a:stCxn id="6" idx="4"/>
            <a:endCxn id="4" idx="3"/>
          </p:cNvCxnSpPr>
          <p:nvPr/>
        </p:nvCxnSpPr>
        <p:spPr>
          <a:xfrm flipH="1">
            <a:off x="3998843" y="2462832"/>
            <a:ext cx="1308652" cy="296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3BA9EDA-EC60-4B02-A4CE-967C0A499EDA}"/>
              </a:ext>
            </a:extLst>
          </p:cNvPr>
          <p:cNvSpPr/>
          <p:nvPr/>
        </p:nvSpPr>
        <p:spPr>
          <a:xfrm>
            <a:off x="1146313" y="282019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92C02B-2A14-47DD-A981-AE76B316DD4E}"/>
              </a:ext>
            </a:extLst>
          </p:cNvPr>
          <p:cNvSpPr/>
          <p:nvPr/>
        </p:nvSpPr>
        <p:spPr>
          <a:xfrm>
            <a:off x="9914362" y="1999411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ชื่อรายวิชา</a:t>
            </a:r>
            <a:r>
              <a:rPr lang="en-US" dirty="0">
                <a:solidFill>
                  <a:schemeClr val="tx1"/>
                </a:solidFill>
              </a:rPr>
              <a:t>E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452DD2A-CD3D-4DF5-8976-CA21D8EB92D5}"/>
              </a:ext>
            </a:extLst>
          </p:cNvPr>
          <p:cNvSpPr/>
          <p:nvPr/>
        </p:nvSpPr>
        <p:spPr>
          <a:xfrm>
            <a:off x="5175080" y="6029785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ชื่อ-สกุล</a:t>
            </a:r>
            <a:r>
              <a:rPr lang="en-US" dirty="0">
                <a:solidFill>
                  <a:schemeClr val="tx1"/>
                </a:solidFill>
              </a:rPr>
              <a:t>T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4C37D8F-9C9F-40E8-B545-B774F8840527}"/>
              </a:ext>
            </a:extLst>
          </p:cNvPr>
          <p:cNvSpPr/>
          <p:nvPr/>
        </p:nvSpPr>
        <p:spPr>
          <a:xfrm>
            <a:off x="7583664" y="5814867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th-TH" dirty="0">
                <a:solidFill>
                  <a:schemeClr val="tx1"/>
                </a:solidFill>
              </a:rPr>
              <a:t>สกุล</a:t>
            </a:r>
            <a:r>
              <a:rPr lang="en-US" dirty="0">
                <a:solidFill>
                  <a:schemeClr val="tx1"/>
                </a:solidFill>
              </a:rPr>
              <a:t>E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459D3E-8774-42D8-B826-8BCD64953805}"/>
              </a:ext>
            </a:extLst>
          </p:cNvPr>
          <p:cNvSpPr/>
          <p:nvPr/>
        </p:nvSpPr>
        <p:spPr>
          <a:xfrm>
            <a:off x="6841542" y="4792801"/>
            <a:ext cx="1484243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อาจารย์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154EA20-AA32-4789-853A-C33A9958273C}"/>
              </a:ext>
            </a:extLst>
          </p:cNvPr>
          <p:cNvSpPr/>
          <p:nvPr/>
        </p:nvSpPr>
        <p:spPr>
          <a:xfrm>
            <a:off x="9198745" y="957880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ชื่อรายวิชา</a:t>
            </a:r>
            <a:r>
              <a:rPr lang="en-US" dirty="0">
                <a:solidFill>
                  <a:schemeClr val="tx1"/>
                </a:solidFill>
              </a:rPr>
              <a:t>T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52F81C-AA3E-4E2A-8F71-7F8694775B0E}"/>
              </a:ext>
            </a:extLst>
          </p:cNvPr>
          <p:cNvSpPr/>
          <p:nvPr/>
        </p:nvSpPr>
        <p:spPr>
          <a:xfrm>
            <a:off x="8118693" y="2337341"/>
            <a:ext cx="1484243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รายวิชา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F43265-8100-49CD-9610-2661E39209D5}"/>
              </a:ext>
            </a:extLst>
          </p:cNvPr>
          <p:cNvCxnSpPr>
            <a:stCxn id="48" idx="4"/>
            <a:endCxn id="47" idx="0"/>
          </p:cNvCxnSpPr>
          <p:nvPr/>
        </p:nvCxnSpPr>
        <p:spPr>
          <a:xfrm>
            <a:off x="7820520" y="1967109"/>
            <a:ext cx="1040295" cy="370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32B3D98-F743-4542-A335-680F8E2638BE}"/>
              </a:ext>
            </a:extLst>
          </p:cNvPr>
          <p:cNvCxnSpPr>
            <a:stCxn id="47" idx="0"/>
          </p:cNvCxnSpPr>
          <p:nvPr/>
        </p:nvCxnSpPr>
        <p:spPr>
          <a:xfrm flipV="1">
            <a:off x="8860815" y="1629178"/>
            <a:ext cx="1500806" cy="708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E495563-9356-492E-B3BF-246DEB40D5F1}"/>
              </a:ext>
            </a:extLst>
          </p:cNvPr>
          <p:cNvCxnSpPr>
            <a:stCxn id="47" idx="3"/>
            <a:endCxn id="26" idx="3"/>
          </p:cNvCxnSpPr>
          <p:nvPr/>
        </p:nvCxnSpPr>
        <p:spPr>
          <a:xfrm flipV="1">
            <a:off x="9602936" y="2576294"/>
            <a:ext cx="616121" cy="9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27C633C-21DD-46E7-A36B-11564C37004C}"/>
              </a:ext>
            </a:extLst>
          </p:cNvPr>
          <p:cNvGrpSpPr/>
          <p:nvPr/>
        </p:nvGrpSpPr>
        <p:grpSpPr>
          <a:xfrm>
            <a:off x="6780224" y="1291248"/>
            <a:ext cx="2080591" cy="675861"/>
            <a:chOff x="6092690" y="2622280"/>
            <a:chExt cx="2080591" cy="675861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44ACEAE-A7CB-4056-BDA2-29E0CE66029E}"/>
                </a:ext>
              </a:extLst>
            </p:cNvPr>
            <p:cNvSpPr/>
            <p:nvPr/>
          </p:nvSpPr>
          <p:spPr>
            <a:xfrm>
              <a:off x="6092690" y="2622280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รหัสวิชา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E317171-C9E9-497D-8B81-3E90C72FAAAE}"/>
                </a:ext>
              </a:extLst>
            </p:cNvPr>
            <p:cNvCxnSpPr/>
            <p:nvPr/>
          </p:nvCxnSpPr>
          <p:spPr>
            <a:xfrm flipV="1">
              <a:off x="6718852" y="3089813"/>
              <a:ext cx="758686" cy="7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1208EAC-DAA2-4E0D-8229-3ECD02EB67F9}"/>
              </a:ext>
            </a:extLst>
          </p:cNvPr>
          <p:cNvGrpSpPr/>
          <p:nvPr/>
        </p:nvGrpSpPr>
        <p:grpSpPr>
          <a:xfrm>
            <a:off x="4552122" y="5023044"/>
            <a:ext cx="1938239" cy="675861"/>
            <a:chOff x="2633873" y="4851548"/>
            <a:chExt cx="2080591" cy="67586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02CED7C-9EF3-4F15-8D76-D0298FEFA40C}"/>
                </a:ext>
              </a:extLst>
            </p:cNvPr>
            <p:cNvSpPr/>
            <p:nvPr/>
          </p:nvSpPr>
          <p:spPr>
            <a:xfrm>
              <a:off x="2633873" y="4851548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รหัสอาจารย์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9A46CBA-2332-49EB-86C9-7824D8832F10}"/>
                </a:ext>
              </a:extLst>
            </p:cNvPr>
            <p:cNvCxnSpPr/>
            <p:nvPr/>
          </p:nvCxnSpPr>
          <p:spPr>
            <a:xfrm>
              <a:off x="3061252" y="5297166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46EEDBF-9E6D-4043-A993-15E5A17B8745}"/>
              </a:ext>
            </a:extLst>
          </p:cNvPr>
          <p:cNvCxnSpPr/>
          <p:nvPr/>
        </p:nvCxnSpPr>
        <p:spPr>
          <a:xfrm>
            <a:off x="1550504" y="768626"/>
            <a:ext cx="11280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47D9280-231F-4751-AF41-A54D1F6C325F}"/>
              </a:ext>
            </a:extLst>
          </p:cNvPr>
          <p:cNvCxnSpPr>
            <a:stCxn id="44" idx="1"/>
            <a:endCxn id="45" idx="7"/>
          </p:cNvCxnSpPr>
          <p:nvPr/>
        </p:nvCxnSpPr>
        <p:spPr>
          <a:xfrm flipH="1" flipV="1">
            <a:off x="6206512" y="5122022"/>
            <a:ext cx="635030" cy="8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90C6D39-3641-4C1C-930E-65C86D8F9325}"/>
              </a:ext>
            </a:extLst>
          </p:cNvPr>
          <p:cNvCxnSpPr>
            <a:stCxn id="44" idx="2"/>
            <a:endCxn id="42" idx="7"/>
          </p:cNvCxnSpPr>
          <p:nvPr/>
        </p:nvCxnSpPr>
        <p:spPr>
          <a:xfrm flipH="1">
            <a:off x="6950976" y="5468662"/>
            <a:ext cx="632688" cy="660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B7A65C-DE76-49DD-B3DD-B14258544E41}"/>
              </a:ext>
            </a:extLst>
          </p:cNvPr>
          <p:cNvCxnSpPr>
            <a:stCxn id="44" idx="2"/>
            <a:endCxn id="43" idx="1"/>
          </p:cNvCxnSpPr>
          <p:nvPr/>
        </p:nvCxnSpPr>
        <p:spPr>
          <a:xfrm>
            <a:off x="7583664" y="5468662"/>
            <a:ext cx="304695" cy="445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Diamond 70">
            <a:extLst>
              <a:ext uri="{FF2B5EF4-FFF2-40B4-BE49-F238E27FC236}">
                <a16:creationId xmlns:a16="http://schemas.microsoft.com/office/drawing/2014/main" id="{14CCBE08-B080-4248-9549-5FC6698C7AB2}"/>
              </a:ext>
            </a:extLst>
          </p:cNvPr>
          <p:cNvSpPr/>
          <p:nvPr/>
        </p:nvSpPr>
        <p:spPr>
          <a:xfrm>
            <a:off x="6102576" y="3122911"/>
            <a:ext cx="589618" cy="47794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26356AB5-BF67-41C7-B1AC-A15262D80E59}"/>
              </a:ext>
            </a:extLst>
          </p:cNvPr>
          <p:cNvCxnSpPr>
            <a:stCxn id="47" idx="1"/>
            <a:endCxn id="71" idx="3"/>
          </p:cNvCxnSpPr>
          <p:nvPr/>
        </p:nvCxnSpPr>
        <p:spPr>
          <a:xfrm rot="10800000" flipV="1">
            <a:off x="6692195" y="2675271"/>
            <a:ext cx="1426499" cy="68661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B905D53-1A26-4FCD-AD70-CCDA24054BF2}"/>
              </a:ext>
            </a:extLst>
          </p:cNvPr>
          <p:cNvSpPr/>
          <p:nvPr/>
        </p:nvSpPr>
        <p:spPr>
          <a:xfrm>
            <a:off x="6841542" y="4800397"/>
            <a:ext cx="1484243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อาจารย์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7AEA3D4-F6B3-495B-A30A-652EF521E1F1}"/>
              </a:ext>
            </a:extLst>
          </p:cNvPr>
          <p:cNvGrpSpPr/>
          <p:nvPr/>
        </p:nvGrpSpPr>
        <p:grpSpPr>
          <a:xfrm>
            <a:off x="4552122" y="5030640"/>
            <a:ext cx="1938239" cy="675861"/>
            <a:chOff x="2633873" y="4851548"/>
            <a:chExt cx="2080591" cy="675861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860623C-095C-49C4-8AC0-CF984C9E6EE7}"/>
                </a:ext>
              </a:extLst>
            </p:cNvPr>
            <p:cNvSpPr/>
            <p:nvPr/>
          </p:nvSpPr>
          <p:spPr>
            <a:xfrm>
              <a:off x="2633873" y="4851548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รหัสอาจารย์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5B5BFFB-35FE-49F7-8F82-681CEB9B9E67}"/>
                </a:ext>
              </a:extLst>
            </p:cNvPr>
            <p:cNvCxnSpPr/>
            <p:nvPr/>
          </p:nvCxnSpPr>
          <p:spPr>
            <a:xfrm>
              <a:off x="3061252" y="5297166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8F2DA55-2E3C-42F5-952D-AB12D0996311}"/>
              </a:ext>
            </a:extLst>
          </p:cNvPr>
          <p:cNvSpPr/>
          <p:nvPr/>
        </p:nvSpPr>
        <p:spPr>
          <a:xfrm>
            <a:off x="2465731" y="4285209"/>
            <a:ext cx="1801468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ลงทะเบียน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CEFA5D3-E587-436B-8925-69C979ECDBB5}"/>
              </a:ext>
            </a:extLst>
          </p:cNvPr>
          <p:cNvGrpSpPr/>
          <p:nvPr/>
        </p:nvGrpSpPr>
        <p:grpSpPr>
          <a:xfrm>
            <a:off x="32543" y="3091069"/>
            <a:ext cx="2303500" cy="675861"/>
            <a:chOff x="2633873" y="4851548"/>
            <a:chExt cx="2080591" cy="675861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2159E5A2-A3CF-41F3-8364-CE7A43D578C6}"/>
                </a:ext>
              </a:extLst>
            </p:cNvPr>
            <p:cNvSpPr/>
            <p:nvPr/>
          </p:nvSpPr>
          <p:spPr>
            <a:xfrm>
              <a:off x="2633873" y="4851548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</a:rPr>
                <a:t>รหัสการลงทะเบียน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E644515-C5A0-42ED-AC4A-2D9ED355BDD9}"/>
                </a:ext>
              </a:extLst>
            </p:cNvPr>
            <p:cNvCxnSpPr/>
            <p:nvPr/>
          </p:nvCxnSpPr>
          <p:spPr>
            <a:xfrm>
              <a:off x="3061252" y="5297166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9D256BB-CEF6-4A17-842F-9CFD8474812D}"/>
              </a:ext>
            </a:extLst>
          </p:cNvPr>
          <p:cNvGrpSpPr/>
          <p:nvPr/>
        </p:nvGrpSpPr>
        <p:grpSpPr>
          <a:xfrm>
            <a:off x="271666" y="5660964"/>
            <a:ext cx="1938239" cy="675861"/>
            <a:chOff x="2491311" y="7023661"/>
            <a:chExt cx="2080591" cy="675861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6260827-65A2-47EF-97E6-614059D0E5B8}"/>
                </a:ext>
              </a:extLst>
            </p:cNvPr>
            <p:cNvSpPr/>
            <p:nvPr/>
          </p:nvSpPr>
          <p:spPr>
            <a:xfrm>
              <a:off x="2491311" y="7023661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</a:rPr>
                <a:t>รหัสอาจารย์</a:t>
              </a: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F56F334-6E6D-49E9-8BC7-46ED11508656}"/>
                </a:ext>
              </a:extLst>
            </p:cNvPr>
            <p:cNvCxnSpPr/>
            <p:nvPr/>
          </p:nvCxnSpPr>
          <p:spPr>
            <a:xfrm>
              <a:off x="2918320" y="7485335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6D422DD-2D67-4F43-A1B1-AF1254CB23AC}"/>
              </a:ext>
            </a:extLst>
          </p:cNvPr>
          <p:cNvGrpSpPr/>
          <p:nvPr/>
        </p:nvGrpSpPr>
        <p:grpSpPr>
          <a:xfrm>
            <a:off x="2514600" y="5884482"/>
            <a:ext cx="1938239" cy="655293"/>
            <a:chOff x="2633873" y="4851548"/>
            <a:chExt cx="2080591" cy="675861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DF47BF7-E07D-4CE8-99A2-B7B4CF679ADC}"/>
                </a:ext>
              </a:extLst>
            </p:cNvPr>
            <p:cNvSpPr/>
            <p:nvPr/>
          </p:nvSpPr>
          <p:spPr>
            <a:xfrm>
              <a:off x="2633873" y="4851548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</a:rPr>
                <a:t>รหัสอาจารย์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347DFAD-F284-4182-AB5B-17B413610CAE}"/>
                </a:ext>
              </a:extLst>
            </p:cNvPr>
            <p:cNvCxnSpPr/>
            <p:nvPr/>
          </p:nvCxnSpPr>
          <p:spPr>
            <a:xfrm>
              <a:off x="3061252" y="5297166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0E60BE9-FD08-421A-AF4B-475B64C4BDC5}"/>
              </a:ext>
            </a:extLst>
          </p:cNvPr>
          <p:cNvGrpSpPr/>
          <p:nvPr/>
        </p:nvGrpSpPr>
        <p:grpSpPr>
          <a:xfrm>
            <a:off x="198980" y="4544686"/>
            <a:ext cx="1938239" cy="675861"/>
            <a:chOff x="2633873" y="4851548"/>
            <a:chExt cx="2080591" cy="675861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994F527-348E-4B7D-913C-67CD032ACA3C}"/>
                </a:ext>
              </a:extLst>
            </p:cNvPr>
            <p:cNvSpPr/>
            <p:nvPr/>
          </p:nvSpPr>
          <p:spPr>
            <a:xfrm>
              <a:off x="2633873" y="4851548"/>
              <a:ext cx="2080591" cy="6758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</a:rPr>
                <a:t>รหัสอาจารย์</a:t>
              </a: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9BFDA40-B184-4EEB-8BA9-D6768877E9D7}"/>
                </a:ext>
              </a:extLst>
            </p:cNvPr>
            <p:cNvCxnSpPr/>
            <p:nvPr/>
          </p:nvCxnSpPr>
          <p:spPr>
            <a:xfrm>
              <a:off x="3061252" y="5297166"/>
              <a:ext cx="12059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23F402BC-C035-4345-9484-4EB0078D7AF2}"/>
              </a:ext>
            </a:extLst>
          </p:cNvPr>
          <p:cNvCxnSpPr>
            <a:cxnSpLocks/>
          </p:cNvCxnSpPr>
          <p:nvPr/>
        </p:nvCxnSpPr>
        <p:spPr>
          <a:xfrm rot="10800000">
            <a:off x="1168100" y="4560741"/>
            <a:ext cx="1297631" cy="78454"/>
          </a:xfrm>
          <a:prstGeom prst="bentConnector4">
            <a:avLst>
              <a:gd name="adj1" fmla="val 12658"/>
              <a:gd name="adj2" fmla="val 3913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17A3CCB2-3A60-4175-B921-70E41D706A54}"/>
              </a:ext>
            </a:extLst>
          </p:cNvPr>
          <p:cNvCxnSpPr>
            <a:cxnSpLocks/>
            <a:stCxn id="111" idx="2"/>
            <a:endCxn id="119" idx="0"/>
          </p:cNvCxnSpPr>
          <p:nvPr/>
        </p:nvCxnSpPr>
        <p:spPr>
          <a:xfrm rot="5400000">
            <a:off x="1953679" y="4248178"/>
            <a:ext cx="699894" cy="212567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Diamond 146">
            <a:extLst>
              <a:ext uri="{FF2B5EF4-FFF2-40B4-BE49-F238E27FC236}">
                <a16:creationId xmlns:a16="http://schemas.microsoft.com/office/drawing/2014/main" id="{EC4B9025-6FC0-43D6-AD25-0720C5D24BB1}"/>
              </a:ext>
            </a:extLst>
          </p:cNvPr>
          <p:cNvSpPr/>
          <p:nvPr/>
        </p:nvSpPr>
        <p:spPr>
          <a:xfrm>
            <a:off x="4248955" y="3361797"/>
            <a:ext cx="589618" cy="47794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06645390-D751-4702-BA02-A4E3BAFDCDE2}"/>
              </a:ext>
            </a:extLst>
          </p:cNvPr>
          <p:cNvCxnSpPr>
            <a:stCxn id="4" idx="2"/>
            <a:endCxn id="147" idx="0"/>
          </p:cNvCxnSpPr>
          <p:nvPr/>
        </p:nvCxnSpPr>
        <p:spPr>
          <a:xfrm rot="16200000" flipH="1">
            <a:off x="3767776" y="2585809"/>
            <a:ext cx="264934" cy="12870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D1741613-D598-442D-8BF8-24CF8B39EB49}"/>
              </a:ext>
            </a:extLst>
          </p:cNvPr>
          <p:cNvCxnSpPr>
            <a:stCxn id="147" idx="2"/>
            <a:endCxn id="111" idx="0"/>
          </p:cNvCxnSpPr>
          <p:nvPr/>
        </p:nvCxnSpPr>
        <p:spPr>
          <a:xfrm rot="5400000">
            <a:off x="3732383" y="3473827"/>
            <a:ext cx="445465" cy="117729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1794091D-9003-411A-B1C5-E882698F9525}"/>
              </a:ext>
            </a:extLst>
          </p:cNvPr>
          <p:cNvCxnSpPr>
            <a:stCxn id="71" idx="1"/>
            <a:endCxn id="111" idx="3"/>
          </p:cNvCxnSpPr>
          <p:nvPr/>
        </p:nvCxnSpPr>
        <p:spPr>
          <a:xfrm rot="10800000" flipV="1">
            <a:off x="4267200" y="3361884"/>
            <a:ext cx="1835377" cy="126125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Diamond 153">
            <a:extLst>
              <a:ext uri="{FF2B5EF4-FFF2-40B4-BE49-F238E27FC236}">
                <a16:creationId xmlns:a16="http://schemas.microsoft.com/office/drawing/2014/main" id="{EB62277F-F69F-498E-9C2C-98A576BF52C5}"/>
              </a:ext>
            </a:extLst>
          </p:cNvPr>
          <p:cNvSpPr/>
          <p:nvPr/>
        </p:nvSpPr>
        <p:spPr>
          <a:xfrm>
            <a:off x="8655143" y="3753538"/>
            <a:ext cx="589618" cy="477947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D886D296-015D-496F-8C60-AC904022F6D0}"/>
              </a:ext>
            </a:extLst>
          </p:cNvPr>
          <p:cNvCxnSpPr>
            <a:endCxn id="154" idx="1"/>
          </p:cNvCxnSpPr>
          <p:nvPr/>
        </p:nvCxnSpPr>
        <p:spPr>
          <a:xfrm flipV="1">
            <a:off x="4358698" y="3992512"/>
            <a:ext cx="4296445" cy="6306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938E2901-B3B8-4C61-804E-E94F9C8EFFEB}"/>
              </a:ext>
            </a:extLst>
          </p:cNvPr>
          <p:cNvCxnSpPr>
            <a:stCxn id="154" idx="2"/>
            <a:endCxn id="105" idx="3"/>
          </p:cNvCxnSpPr>
          <p:nvPr/>
        </p:nvCxnSpPr>
        <p:spPr>
          <a:xfrm rot="5400000">
            <a:off x="8184448" y="4372823"/>
            <a:ext cx="906843" cy="62416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BC788DC5-9900-4E70-ABFD-66282BBA2F40}"/>
              </a:ext>
            </a:extLst>
          </p:cNvPr>
          <p:cNvCxnSpPr>
            <a:endCxn id="122" idx="0"/>
          </p:cNvCxnSpPr>
          <p:nvPr/>
        </p:nvCxnSpPr>
        <p:spPr>
          <a:xfrm rot="16200000" flipH="1">
            <a:off x="2911497" y="5312258"/>
            <a:ext cx="573465" cy="5709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77D9C38F-7F1C-4831-891A-028C9B93AB61}"/>
              </a:ext>
            </a:extLst>
          </p:cNvPr>
          <p:cNvCxnSpPr>
            <a:stCxn id="113" idx="4"/>
          </p:cNvCxnSpPr>
          <p:nvPr/>
        </p:nvCxnSpPr>
        <p:spPr>
          <a:xfrm rot="16200000" flipH="1">
            <a:off x="1181977" y="3769246"/>
            <a:ext cx="540895" cy="53626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52BCC835-E750-4470-A0D3-DF78E11306F0}"/>
              </a:ext>
            </a:extLst>
          </p:cNvPr>
          <p:cNvSpPr txBox="1"/>
          <p:nvPr/>
        </p:nvSpPr>
        <p:spPr>
          <a:xfrm>
            <a:off x="4358698" y="2846608"/>
            <a:ext cx="193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th-TH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8D18887-9FA8-49EF-9872-1A67D2650E16}"/>
              </a:ext>
            </a:extLst>
          </p:cNvPr>
          <p:cNvSpPr txBox="1"/>
          <p:nvPr/>
        </p:nvSpPr>
        <p:spPr>
          <a:xfrm>
            <a:off x="3511826" y="3664976"/>
            <a:ext cx="442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0359297-1562-465B-BC70-46DB4D0820A1}"/>
              </a:ext>
            </a:extLst>
          </p:cNvPr>
          <p:cNvSpPr txBox="1"/>
          <p:nvPr/>
        </p:nvSpPr>
        <p:spPr>
          <a:xfrm>
            <a:off x="4742250" y="3723306"/>
            <a:ext cx="359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0E980BF-0D67-4173-A974-170A6591B7AD}"/>
              </a:ext>
            </a:extLst>
          </p:cNvPr>
          <p:cNvSpPr txBox="1"/>
          <p:nvPr/>
        </p:nvSpPr>
        <p:spPr>
          <a:xfrm>
            <a:off x="5850167" y="4161686"/>
            <a:ext cx="471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047BA98-5118-4065-9384-356E88613993}"/>
              </a:ext>
            </a:extLst>
          </p:cNvPr>
          <p:cNvSpPr txBox="1"/>
          <p:nvPr/>
        </p:nvSpPr>
        <p:spPr>
          <a:xfrm>
            <a:off x="6829153" y="2819019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endParaRPr lang="th-TH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943E36D-266E-493D-B3B2-64EB43BD83D5}"/>
              </a:ext>
            </a:extLst>
          </p:cNvPr>
          <p:cNvSpPr txBox="1"/>
          <p:nvPr/>
        </p:nvSpPr>
        <p:spPr>
          <a:xfrm>
            <a:off x="9198745" y="4599968"/>
            <a:ext cx="20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7146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32FC75-CBC0-43FC-8325-A1FEAAC4F57C}"/>
              </a:ext>
            </a:extLst>
          </p:cNvPr>
          <p:cNvSpPr/>
          <p:nvPr/>
        </p:nvSpPr>
        <p:spPr>
          <a:xfrm>
            <a:off x="3922486" y="2522602"/>
            <a:ext cx="1484243" cy="6758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F2F139-8E28-4DAC-B788-BD8C70F1DEC1}"/>
              </a:ext>
            </a:extLst>
          </p:cNvPr>
          <p:cNvSpPr/>
          <p:nvPr/>
        </p:nvSpPr>
        <p:spPr>
          <a:xfrm>
            <a:off x="4919712" y="763380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ชื่อ-สกุล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B96D66-3ACA-49C5-8F4D-C4A7DB1A029E}"/>
              </a:ext>
            </a:extLst>
          </p:cNvPr>
          <p:cNvSpPr/>
          <p:nvPr/>
        </p:nvSpPr>
        <p:spPr>
          <a:xfrm>
            <a:off x="5675085" y="1888571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รายวิชา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F0255-D64A-4954-A07C-C4F1B9A9D888}"/>
              </a:ext>
            </a:extLst>
          </p:cNvPr>
          <p:cNvSpPr/>
          <p:nvPr/>
        </p:nvSpPr>
        <p:spPr>
          <a:xfrm>
            <a:off x="1573538" y="1550640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คณะ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9B71A8-3666-4B60-A0F5-74A175203B10}"/>
              </a:ext>
            </a:extLst>
          </p:cNvPr>
          <p:cNvCxnSpPr>
            <a:stCxn id="7" idx="4"/>
            <a:endCxn id="4" idx="1"/>
          </p:cNvCxnSpPr>
          <p:nvPr/>
        </p:nvCxnSpPr>
        <p:spPr>
          <a:xfrm>
            <a:off x="2613834" y="2226501"/>
            <a:ext cx="1308652" cy="634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75ABF4-ED4C-4FE3-8B18-640076F3EFB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3508356" y="1101310"/>
            <a:ext cx="1156252" cy="142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ACAC84-C9F8-4D40-A326-77F84B05C633}"/>
              </a:ext>
            </a:extLst>
          </p:cNvPr>
          <p:cNvCxnSpPr>
            <a:stCxn id="5" idx="4"/>
            <a:endCxn id="4" idx="0"/>
          </p:cNvCxnSpPr>
          <p:nvPr/>
        </p:nvCxnSpPr>
        <p:spPr>
          <a:xfrm flipH="1">
            <a:off x="4664608" y="1439241"/>
            <a:ext cx="1295400" cy="1083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8850FE-198B-4F32-92EF-91F53F958F44}"/>
              </a:ext>
            </a:extLst>
          </p:cNvPr>
          <p:cNvCxnSpPr>
            <a:stCxn id="6" idx="4"/>
            <a:endCxn id="4" idx="3"/>
          </p:cNvCxnSpPr>
          <p:nvPr/>
        </p:nvCxnSpPr>
        <p:spPr>
          <a:xfrm flipH="1">
            <a:off x="5406729" y="2564432"/>
            <a:ext cx="1308652" cy="296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77B945A-904A-4DBC-AA5A-40F665F6DA10}"/>
              </a:ext>
            </a:extLst>
          </p:cNvPr>
          <p:cNvSpPr/>
          <p:nvPr/>
        </p:nvSpPr>
        <p:spPr>
          <a:xfrm>
            <a:off x="2554199" y="383619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61EA57-532E-42A8-B1B3-12EEF7461302}"/>
              </a:ext>
            </a:extLst>
          </p:cNvPr>
          <p:cNvSpPr/>
          <p:nvPr/>
        </p:nvSpPr>
        <p:spPr>
          <a:xfrm>
            <a:off x="6001420" y="3091069"/>
            <a:ext cx="2080591" cy="6758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เบอร์โทร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30BEC-A02E-4B10-B53B-EEF5796E9C41}"/>
              </a:ext>
            </a:extLst>
          </p:cNvPr>
          <p:cNvSpPr txBox="1"/>
          <p:nvPr/>
        </p:nvSpPr>
        <p:spPr>
          <a:xfrm>
            <a:off x="754743" y="3962400"/>
            <a:ext cx="972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</a:t>
            </a:r>
            <a:endParaRPr lang="th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CD68D6-49DF-4B68-914E-F70E902A75B1}"/>
              </a:ext>
            </a:extLst>
          </p:cNvPr>
          <p:cNvSpPr txBox="1"/>
          <p:nvPr/>
        </p:nvSpPr>
        <p:spPr>
          <a:xfrm>
            <a:off x="2368667" y="4036211"/>
            <a:ext cx="1794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type </a:t>
            </a:r>
            <a:endParaRPr lang="th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BF44F3-E721-412F-9D26-58A74AE910F2}"/>
              </a:ext>
            </a:extLst>
          </p:cNvPr>
          <p:cNvSpPr txBox="1"/>
          <p:nvPr/>
        </p:nvSpPr>
        <p:spPr>
          <a:xfrm>
            <a:off x="4499822" y="3962400"/>
            <a:ext cx="1794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Length </a:t>
            </a:r>
            <a:endParaRPr lang="th-T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E817C3-A28D-4DA0-BA8E-97E0DF2861BD}"/>
              </a:ext>
            </a:extLst>
          </p:cNvPr>
          <p:cNvSpPr txBox="1"/>
          <p:nvPr/>
        </p:nvSpPr>
        <p:spPr>
          <a:xfrm>
            <a:off x="6272775" y="3999211"/>
            <a:ext cx="2414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Description</a:t>
            </a:r>
            <a:endParaRPr lang="th-TH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2253F-C222-4151-94CD-0A9AD43569D2}"/>
              </a:ext>
            </a:extLst>
          </p:cNvPr>
          <p:cNvSpPr txBox="1"/>
          <p:nvPr/>
        </p:nvSpPr>
        <p:spPr>
          <a:xfrm>
            <a:off x="754743" y="4614837"/>
            <a:ext cx="79109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รหัสนักศึกษา   </a:t>
            </a:r>
            <a:r>
              <a:rPr lang="en-US" dirty="0"/>
              <a:t>Long integer         10                Primary Key</a:t>
            </a:r>
          </a:p>
          <a:p>
            <a:r>
              <a:rPr lang="th-TH" dirty="0"/>
              <a:t>ชื่อ-สกุล           </a:t>
            </a:r>
            <a:r>
              <a:rPr lang="en-US" dirty="0"/>
              <a:t>Text                        50                </a:t>
            </a:r>
          </a:p>
          <a:p>
            <a:r>
              <a:rPr lang="en-US" dirty="0"/>
              <a:t>Tel              Text                        10  </a:t>
            </a:r>
          </a:p>
          <a:p>
            <a:r>
              <a:rPr lang="en-US" dirty="0"/>
              <a:t>Subject      Int                          6</a:t>
            </a:r>
            <a:endParaRPr lang="th-TH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107D39-9CA2-4E1E-8316-F59ADB955F30}"/>
              </a:ext>
            </a:extLst>
          </p:cNvPr>
          <p:cNvCxnSpPr>
            <a:cxnSpLocks/>
          </p:cNvCxnSpPr>
          <p:nvPr/>
        </p:nvCxnSpPr>
        <p:spPr>
          <a:xfrm flipV="1">
            <a:off x="493486" y="4485620"/>
            <a:ext cx="8194183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34B230-A97F-4B8B-8A49-468428B8C17A}"/>
              </a:ext>
            </a:extLst>
          </p:cNvPr>
          <p:cNvCxnSpPr>
            <a:cxnSpLocks/>
          </p:cNvCxnSpPr>
          <p:nvPr/>
        </p:nvCxnSpPr>
        <p:spPr>
          <a:xfrm flipV="1">
            <a:off x="493486" y="3962400"/>
            <a:ext cx="8172254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78C69B-3CF8-4CAC-B561-0479C959F999}"/>
              </a:ext>
            </a:extLst>
          </p:cNvPr>
          <p:cNvCxnSpPr>
            <a:cxnSpLocks/>
          </p:cNvCxnSpPr>
          <p:nvPr/>
        </p:nvCxnSpPr>
        <p:spPr>
          <a:xfrm flipV="1">
            <a:off x="493486" y="5018043"/>
            <a:ext cx="8194183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1773D1-D698-4B6B-8546-0B133FA8D757}"/>
              </a:ext>
            </a:extLst>
          </p:cNvPr>
          <p:cNvCxnSpPr>
            <a:cxnSpLocks/>
          </p:cNvCxnSpPr>
          <p:nvPr/>
        </p:nvCxnSpPr>
        <p:spPr>
          <a:xfrm flipV="1">
            <a:off x="471557" y="5522778"/>
            <a:ext cx="8194183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ADCA41E-41E5-4D03-AE3E-98EDC0964213}"/>
              </a:ext>
            </a:extLst>
          </p:cNvPr>
          <p:cNvCxnSpPr>
            <a:cxnSpLocks/>
          </p:cNvCxnSpPr>
          <p:nvPr/>
        </p:nvCxnSpPr>
        <p:spPr>
          <a:xfrm flipV="1">
            <a:off x="471556" y="5934114"/>
            <a:ext cx="8194183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E2A49C-25E8-4955-BE49-5112335C9008}"/>
              </a:ext>
            </a:extLst>
          </p:cNvPr>
          <p:cNvCxnSpPr>
            <a:cxnSpLocks/>
          </p:cNvCxnSpPr>
          <p:nvPr/>
        </p:nvCxnSpPr>
        <p:spPr>
          <a:xfrm flipV="1">
            <a:off x="471555" y="6327045"/>
            <a:ext cx="8194183" cy="18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D3308D-292A-44F1-8964-B23768D83EEF}"/>
              </a:ext>
            </a:extLst>
          </p:cNvPr>
          <p:cNvCxnSpPr/>
          <p:nvPr/>
        </p:nvCxnSpPr>
        <p:spPr>
          <a:xfrm>
            <a:off x="471555" y="3980805"/>
            <a:ext cx="21931" cy="2364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28A50B-6956-47A8-9BF4-13D64540727F}"/>
              </a:ext>
            </a:extLst>
          </p:cNvPr>
          <p:cNvCxnSpPr>
            <a:cxnSpLocks/>
          </p:cNvCxnSpPr>
          <p:nvPr/>
        </p:nvCxnSpPr>
        <p:spPr>
          <a:xfrm>
            <a:off x="2216070" y="3962400"/>
            <a:ext cx="0" cy="2416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49A1628-FFEA-40F3-B0D2-88328A034F9A}"/>
              </a:ext>
            </a:extLst>
          </p:cNvPr>
          <p:cNvCxnSpPr/>
          <p:nvPr/>
        </p:nvCxnSpPr>
        <p:spPr>
          <a:xfrm>
            <a:off x="4339771" y="3962400"/>
            <a:ext cx="0" cy="2383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33A0EB-FD86-4D55-BEA4-4FD41EA15214}"/>
              </a:ext>
            </a:extLst>
          </p:cNvPr>
          <p:cNvCxnSpPr/>
          <p:nvPr/>
        </p:nvCxnSpPr>
        <p:spPr>
          <a:xfrm>
            <a:off x="6061055" y="3962400"/>
            <a:ext cx="34945" cy="2364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0CCDA9-7DF4-42FB-85C1-9AEDB127E8FA}"/>
              </a:ext>
            </a:extLst>
          </p:cNvPr>
          <p:cNvCxnSpPr/>
          <p:nvPr/>
        </p:nvCxnSpPr>
        <p:spPr>
          <a:xfrm>
            <a:off x="8648266" y="3962400"/>
            <a:ext cx="61334" cy="2383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72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102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Maisuree Binlaeh (ไหมสุรี บินและ)</dc:creator>
  <cp:lastModifiedBy>Maisuree Binlaeh (ไหมสุรี บินและ)</cp:lastModifiedBy>
  <cp:revision>9</cp:revision>
  <dcterms:created xsi:type="dcterms:W3CDTF">2026-10-08T04:01:53Z</dcterms:created>
  <dcterms:modified xsi:type="dcterms:W3CDTF">2026-10-08T05:08:13Z</dcterms:modified>
</cp:coreProperties>
</file>