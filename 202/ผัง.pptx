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228D"/>
    <a:srgbClr val="E478CD"/>
    <a:srgbClr val="FFFFFF"/>
    <a:srgbClr val="F3C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4" d="100"/>
          <a:sy n="64" d="100"/>
        </p:scale>
        <p:origin x="97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A2FD-22F4-4581-B17A-C2A59C0BE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47502-D53D-4955-BCEB-F856D6415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A0568-1312-44BC-8771-E1D9AFAC6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2D453-71F3-4421-9E75-F6B54C2E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D1B37-347C-42D5-9EFD-9FDF5FF1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1510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7CBA-BE45-4312-A9EC-B4571C29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024C7-992E-45F3-BC98-0699CEA12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2E972-7BCD-4E66-B082-73301208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DA08-5AFC-4D92-BC63-4967E5D7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D0A5E-97D9-4382-ADE3-9C161ABD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080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1323-DD43-4142-AF1D-4F9A6B632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D843B-7E2E-4D54-81A2-11C9BE87A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7BA7-0980-43C6-A324-13314A07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85896-F2F6-4353-B8E0-3D6797DD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1BC87-4E01-4062-83EC-F9CE5B608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155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40B1-92BA-488B-BF0C-5CC22104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F3546-6C16-4983-829D-488286953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A9C06-34EB-47C1-8A3E-EDF078D56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4E51D-AECB-4A0E-AAE0-CED5B036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89647-6D21-4E35-B246-3A84DC38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97570-C181-4B96-AACE-EE844BFD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7146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31A-6481-4FFB-96EF-206BF7FF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17871-6DC1-4990-93F2-A5A17DF57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1DA8F-CFB9-447D-A6E4-D1C5904DE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96801-C3FD-43BC-B82A-CA6E992A8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095D8-84D0-4688-BBBF-5F586800D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0D65D3-AA38-416F-80DA-DC00EA8E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28DE7-FBEB-4E80-A751-AB85E87C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A98A6D-B0AF-4828-9C59-547E3829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3859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3FB8-8C7A-422E-9F33-490654D2E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E2609-E8B2-4691-BEDD-C6594A82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B7098-AD16-420F-B8B3-600C997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7A6E2-AD18-4316-BB8D-8D91CE0F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982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11A29-54DD-4A71-8B29-A0A9DB129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639C3-4F27-4A69-9FFA-98FABE78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EC837-86C7-44D0-9C9E-F51BCEE8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5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4B2B2-89D9-43DB-A9F7-E3552303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C2D3-1EB6-4F55-86FA-961788F77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98619-70FB-487B-83AB-58A1B7DA9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8BFB0-FBBC-4F10-97E2-53B1DEAA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A93D9-0C3B-4349-A17B-C614A125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66634-7B0B-4365-8DCF-18D4761F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5573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0107-BA0B-416E-BC6F-9FE946BD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C8ABF7-DD28-40EA-8330-E4737B49A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17BFB-18BA-4E0D-A57F-A1EE69CC7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8DE88-44CE-4BF3-9311-5017401C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ABB5B-BEFF-4CA5-92C7-58DDE417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BAFE7-19C8-4EA2-8094-CCB61127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051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6F37-7366-4863-9117-E6330C8B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84E39-0A9A-4913-AC0F-CAC02D0F5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CE760-7971-4D39-A87A-0C946ABF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B96A3-92F0-43A5-A976-58B61961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452F8-0088-46B6-A197-C7A837AE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7384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81B006-7495-4753-87C6-25FCBAECA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8C92D-441D-4458-B677-38BE89F7B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3AFE6-F4F9-4C4A-9CC4-436B6228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AE64D-F3A9-49BB-AC16-8BBD18B4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40448-F0A2-4E49-8421-DA5F1192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5605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70EA6-BD9F-4F50-9F7B-6AB2ECB54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2963F-03F4-425A-974E-BA9CAF3B4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63DAD-79C5-4085-9392-6EC5C1BD2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AD65E-9531-4BA5-B930-8E574373F68F}" type="datetimeFigureOut">
              <a:rPr lang="th-TH" smtClean="0"/>
              <a:t>29/09/69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CFF4C-40F7-4471-B661-08EC36158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C5FC8-CE30-46A4-82A0-91957A3E0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AA3A5-E94C-4191-87FB-887CBDC409A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928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97C24AB3-6F56-4CFD-A927-D6FD5F2A4B40}"/>
              </a:ext>
            </a:extLst>
          </p:cNvPr>
          <p:cNvSpPr/>
          <p:nvPr/>
        </p:nvSpPr>
        <p:spPr>
          <a:xfrm>
            <a:off x="3945832" y="354550"/>
            <a:ext cx="1450628" cy="424070"/>
          </a:xfrm>
          <a:prstGeom prst="flowChartTerminator">
            <a:avLst/>
          </a:prstGeom>
          <a:solidFill>
            <a:srgbClr val="E478CD"/>
          </a:solidFill>
          <a:ln>
            <a:solidFill>
              <a:srgbClr val="9C22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rgbClr val="FFFFFF"/>
                </a:solidFill>
              </a:rPr>
              <a:t>เริ่มต้น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21A20-3B1C-481B-B96B-3043B89A3B0F}"/>
              </a:ext>
            </a:extLst>
          </p:cNvPr>
          <p:cNvSpPr/>
          <p:nvPr/>
        </p:nvSpPr>
        <p:spPr>
          <a:xfrm>
            <a:off x="3862763" y="1172274"/>
            <a:ext cx="1616765" cy="424070"/>
          </a:xfrm>
          <a:prstGeom prst="rect">
            <a:avLst/>
          </a:prstGeom>
          <a:solidFill>
            <a:srgbClr val="E478CD"/>
          </a:solidFill>
          <a:ln>
            <a:solidFill>
              <a:srgbClr val="9C22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200" dirty="0"/>
              <a:t>สอบประมวน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A0FCF666-9732-4EEF-85EC-D2B1D8CADE43}"/>
              </a:ext>
            </a:extLst>
          </p:cNvPr>
          <p:cNvSpPr/>
          <p:nvPr/>
        </p:nvSpPr>
        <p:spPr>
          <a:xfrm>
            <a:off x="3823248" y="1963493"/>
            <a:ext cx="1656280" cy="795130"/>
          </a:xfrm>
          <a:prstGeom prst="flowChartDecision">
            <a:avLst/>
          </a:prstGeom>
          <a:solidFill>
            <a:srgbClr val="E478CD"/>
          </a:solidFill>
          <a:ln>
            <a:solidFill>
              <a:srgbClr val="9C22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Score</a:t>
            </a:r>
          </a:p>
          <a:p>
            <a:pPr algn="ctr"/>
            <a:r>
              <a:rPr lang="en-US" sz="1800" dirty="0"/>
              <a:t>&gt;=80</a:t>
            </a:r>
            <a:endParaRPr lang="th-TH" sz="1800" dirty="0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43668300-0E54-408F-AC8E-45241A43C0E9}"/>
              </a:ext>
            </a:extLst>
          </p:cNvPr>
          <p:cNvSpPr/>
          <p:nvPr/>
        </p:nvSpPr>
        <p:spPr>
          <a:xfrm>
            <a:off x="3862763" y="3125772"/>
            <a:ext cx="1656280" cy="795130"/>
          </a:xfrm>
          <a:prstGeom prst="flowChartDecision">
            <a:avLst/>
          </a:prstGeom>
          <a:solidFill>
            <a:srgbClr val="E478CD"/>
          </a:solidFill>
          <a:ln>
            <a:solidFill>
              <a:srgbClr val="9C22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Score</a:t>
            </a:r>
          </a:p>
          <a:p>
            <a:pPr algn="ctr"/>
            <a:r>
              <a:rPr lang="en-US" sz="1800" dirty="0"/>
              <a:t>&gt;=80</a:t>
            </a:r>
            <a:endParaRPr lang="th-TH" sz="1800" dirty="0"/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CC8BAA55-3E57-4473-9E00-189CDB8590DB}"/>
              </a:ext>
            </a:extLst>
          </p:cNvPr>
          <p:cNvSpPr/>
          <p:nvPr/>
        </p:nvSpPr>
        <p:spPr>
          <a:xfrm>
            <a:off x="3862763" y="4288051"/>
            <a:ext cx="1656280" cy="795130"/>
          </a:xfrm>
          <a:prstGeom prst="flowChartDecision">
            <a:avLst/>
          </a:prstGeom>
          <a:solidFill>
            <a:srgbClr val="E478CD"/>
          </a:solidFill>
          <a:ln>
            <a:solidFill>
              <a:srgbClr val="9C22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Score</a:t>
            </a:r>
          </a:p>
          <a:p>
            <a:pPr algn="ctr"/>
            <a:r>
              <a:rPr lang="en-US" sz="1800" dirty="0"/>
              <a:t>&gt;=80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295567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Student-01</dc:creator>
  <cp:lastModifiedBy>Student-01</cp:lastModifiedBy>
  <cp:revision>3</cp:revision>
  <dcterms:created xsi:type="dcterms:W3CDTF">2026-09-29T12:51:30Z</dcterms:created>
  <dcterms:modified xsi:type="dcterms:W3CDTF">2026-09-29T13:38:01Z</dcterms:modified>
</cp:coreProperties>
</file>